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77" r:id="rId6"/>
    <p:sldId id="278" r:id="rId7"/>
    <p:sldId id="279" r:id="rId8"/>
    <p:sldId id="280" r:id="rId9"/>
  </p:sldIdLst>
  <p:sldSz cx="12192000" cy="6858000"/>
  <p:notesSz cx="6858000" cy="9144000"/>
  <p:defaultTextStyle>
    <a:defPPr rtl="0">
      <a:defRPr lang="el-g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95" autoAdjust="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l-GR" dirty="0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0EC7D35-77BB-4867-BAC6-5C40C37B98F1}" type="datetime1">
              <a:rPr lang="el-GR" smtClean="0"/>
              <a:t>27/3/2026</a:t>
            </a:fld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l-GR" dirty="0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el-GR" smtClean="0"/>
              <a:t>‹#›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l-GR" noProof="0" dirty="0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07ABAE7-72BE-4378-9C66-B300388DE536}" type="datetime1">
              <a:rPr lang="el-GR" noProof="0" smtClean="0"/>
              <a:t>27/3/2026</a:t>
            </a:fld>
            <a:endParaRPr lang="el-GR" noProof="0" dirty="0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l-GR" noProof="0" dirty="0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l-GR" noProof="0" dirty="0"/>
              <a:t>Κάντε κλικ για επεξεργασία των στυλ κειμένου του υποδείγματος</a:t>
            </a:r>
          </a:p>
          <a:p>
            <a:pPr lvl="1" rtl="0"/>
            <a:r>
              <a:rPr lang="el-GR" noProof="0" dirty="0"/>
              <a:t>Δεύτερου επιπέδου</a:t>
            </a:r>
          </a:p>
          <a:p>
            <a:pPr lvl="2" rtl="0"/>
            <a:r>
              <a:rPr lang="el-GR" noProof="0" dirty="0"/>
              <a:t>Τρίτου επιπέδου</a:t>
            </a:r>
          </a:p>
          <a:p>
            <a:pPr lvl="3" rtl="0"/>
            <a:r>
              <a:rPr lang="el-GR" noProof="0" dirty="0"/>
              <a:t>Τέταρτου επιπέδου</a:t>
            </a:r>
          </a:p>
          <a:p>
            <a:pPr lvl="4" rtl="0"/>
            <a:r>
              <a:rPr lang="el-GR" noProof="0" dirty="0"/>
              <a:t>Πέμπτου επιπέδου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l-GR" noProof="0" dirty="0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el-GR" noProof="0" smtClean="0"/>
              <a:t>‹#›</a:t>
            </a:fld>
            <a:endParaRPr lang="el-GR" noProof="0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el-GR" smtClean="0"/>
              <a:t>1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859257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el-GR" smtClean="0"/>
              <a:t>2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959845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Ορθογώνιο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Έλλειψη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el-GR" noProof="0"/>
              <a:t>Κάντε κλικ για να επεξεργαστείτε τον τίτλο υποδείγματος</a:t>
            </a:r>
            <a:endParaRPr lang="el-GR" noProof="0" dirty="0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el-GR" noProof="0"/>
              <a:t>Κάντε κλικ για να επεξεργαστείτε τον υπότιτλο του υποδείγματος</a:t>
            </a:r>
            <a:endParaRPr lang="el-GR" noProof="0" dirty="0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fld id="{EABDBA74-E4DB-4313-95D3-B7F630EE7B7F}" type="datetime1">
              <a:rPr lang="el-GR" noProof="0" smtClean="0"/>
              <a:t>27/3/2026</a:t>
            </a:fld>
            <a:endParaRPr lang="el-GR" noProof="0" dirty="0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 dirty="0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l-GR" noProof="0" smtClean="0"/>
              <a:t>‹#›</a:t>
            </a:fld>
            <a:endParaRPr lang="el-GR" noProof="0" dirty="0"/>
          </a:p>
        </p:txBody>
      </p:sp>
      <p:cxnSp>
        <p:nvCxnSpPr>
          <p:cNvPr id="8" name="Ευθεία γραμμή σύνδεσης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l-GR" noProof="0"/>
              <a:t>Κάντε κλικ για να επεξεργαστείτε τον τίτλο υποδείγματος</a:t>
            </a:r>
            <a:endParaRPr lang="el-GR" noProof="0" dirty="0"/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l-GR" noProof="0"/>
              <a:t>Επεξεργασία στυλ υποδείγματος κειμένου</a:t>
            </a:r>
          </a:p>
          <a:p>
            <a:pPr lvl="1" rtl="0"/>
            <a:r>
              <a:rPr lang="el-GR" noProof="0"/>
              <a:t>Δεύτερου επιπέδου</a:t>
            </a:r>
          </a:p>
          <a:p>
            <a:pPr lvl="2" rtl="0"/>
            <a:r>
              <a:rPr lang="el-GR" noProof="0"/>
              <a:t>Τρίτου επιπέδου</a:t>
            </a:r>
          </a:p>
          <a:p>
            <a:pPr lvl="3" rtl="0"/>
            <a:r>
              <a:rPr lang="el-GR" noProof="0"/>
              <a:t>Τέταρτου επιπέδου</a:t>
            </a:r>
          </a:p>
          <a:p>
            <a:pPr lvl="4" rtl="0"/>
            <a:r>
              <a:rPr lang="el-GR" noProof="0"/>
              <a:t>Πέμπτου επιπέδου</a:t>
            </a:r>
            <a:endParaRPr lang="el-GR" noProof="0" dirty="0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FE5ACA5-56F5-4208-8101-108DA68822C6}" type="datetime1">
              <a:rPr lang="el-GR" noProof="0" smtClean="0"/>
              <a:t>27/3/2026</a:t>
            </a:fld>
            <a:endParaRPr lang="el-GR" noProof="0" dirty="0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 dirty="0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l-GR" noProof="0" smtClean="0"/>
              <a:t>‹#›</a:t>
            </a:fld>
            <a:endParaRPr lang="el-GR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Ορθογώνιο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Έλλειψη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b="0" spc="200" baseline="0"/>
            </a:lvl1pPr>
          </a:lstStyle>
          <a:p>
            <a:pPr rtl="0"/>
            <a:r>
              <a:rPr lang="el-GR" noProof="0"/>
              <a:t>Κάντε κλικ για να επεξεργαστείτε τον τίτλο υποδείγματος</a:t>
            </a:r>
            <a:endParaRPr lang="el-GR" noProof="0" dirty="0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l-GR" noProof="0"/>
              <a:t>Επεξεργασία 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8AAE694-814A-4F58-A8E2-AA9B6575E0B5}" type="datetime1">
              <a:rPr lang="el-GR" noProof="0" smtClean="0"/>
              <a:t>27/3/2026</a:t>
            </a:fld>
            <a:endParaRPr lang="el-GR" noProof="0" dirty="0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 dirty="0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l-GR" noProof="0" smtClean="0"/>
              <a:t>‹#›</a:t>
            </a:fld>
            <a:endParaRPr lang="el-GR" noProof="0" dirty="0"/>
          </a:p>
        </p:txBody>
      </p:sp>
      <p:cxnSp>
        <p:nvCxnSpPr>
          <p:cNvPr id="8" name="Ευθεία γραμμή σύνδεσης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/>
          <a:lstStyle/>
          <a:p>
            <a:pPr rtl="0"/>
            <a:r>
              <a:rPr lang="el-GR" noProof="0"/>
              <a:t>Κάντε κλικ για να επεξεργαστείτε τον τίτλο υποδείγματος</a:t>
            </a:r>
            <a:endParaRPr lang="el-GR" noProof="0" dirty="0"/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 rtlCol="0"/>
          <a:lstStyle/>
          <a:p>
            <a:pPr lvl="0" rtl="0"/>
            <a:r>
              <a:rPr lang="el-GR" noProof="0"/>
              <a:t>Επεξεργασία στυλ υποδείγματος κειμένου</a:t>
            </a:r>
          </a:p>
          <a:p>
            <a:pPr lvl="1" rtl="0"/>
            <a:r>
              <a:rPr lang="el-GR" noProof="0"/>
              <a:t>Δεύτερου επιπέδου</a:t>
            </a:r>
          </a:p>
          <a:p>
            <a:pPr lvl="2" rtl="0"/>
            <a:r>
              <a:rPr lang="el-GR" noProof="0"/>
              <a:t>Τρίτου επιπέδου</a:t>
            </a:r>
          </a:p>
          <a:p>
            <a:pPr lvl="3" rtl="0"/>
            <a:r>
              <a:rPr lang="el-GR" noProof="0"/>
              <a:t>Τέταρτου επιπέδου</a:t>
            </a:r>
          </a:p>
          <a:p>
            <a:pPr lvl="4" rtl="0"/>
            <a:r>
              <a:rPr lang="el-GR" noProof="0"/>
              <a:t>Πέμπτου επιπέδου</a:t>
            </a:r>
            <a:endParaRPr lang="el-GR" noProof="0" dirty="0"/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 rtlCol="0"/>
          <a:lstStyle/>
          <a:p>
            <a:pPr lvl="0" rtl="0"/>
            <a:r>
              <a:rPr lang="el-GR" noProof="0"/>
              <a:t>Επεξεργασία στυλ υποδείγματος κειμένου</a:t>
            </a:r>
          </a:p>
          <a:p>
            <a:pPr lvl="1" rtl="0"/>
            <a:r>
              <a:rPr lang="el-GR" noProof="0"/>
              <a:t>Δεύτερου επιπέδου</a:t>
            </a:r>
          </a:p>
          <a:p>
            <a:pPr lvl="2" rtl="0"/>
            <a:r>
              <a:rPr lang="el-GR" noProof="0"/>
              <a:t>Τρίτου επιπέδου</a:t>
            </a:r>
          </a:p>
          <a:p>
            <a:pPr lvl="3" rtl="0"/>
            <a:r>
              <a:rPr lang="el-GR" noProof="0"/>
              <a:t>Τέταρτου επιπέδου</a:t>
            </a:r>
          </a:p>
          <a:p>
            <a:pPr lvl="4" rtl="0"/>
            <a:r>
              <a:rPr lang="el-GR" noProof="0"/>
              <a:t>Πέμπτου επιπέδου</a:t>
            </a:r>
            <a:endParaRPr lang="el-GR" noProof="0" dirty="0"/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8B30D4A-F623-45A5-BE49-543B4B609AF2}" type="datetime1">
              <a:rPr lang="el-GR" noProof="0" smtClean="0"/>
              <a:t>27/3/2026</a:t>
            </a:fld>
            <a:endParaRPr lang="el-GR" noProof="0" dirty="0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 dirty="0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l-GR" noProof="0" smtClean="0"/>
              <a:t>‹#›</a:t>
            </a:fld>
            <a:endParaRPr lang="el-GR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Τίτλος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l-GR" noProof="0"/>
              <a:t>Κάντε κλικ για να επεξεργαστείτε τον τίτλο υποδείγματος</a:t>
            </a:r>
            <a:endParaRPr lang="el-GR" noProof="0" dirty="0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l-GR" noProof="0"/>
              <a:t>Επεξεργασία στυλ υποδείγματος κειμένου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rtlCol="0"/>
          <a:lstStyle/>
          <a:p>
            <a:pPr lvl="0" rtl="0"/>
            <a:r>
              <a:rPr lang="el-GR" noProof="0"/>
              <a:t>Επεξεργασία στυλ υποδείγματος κειμένου</a:t>
            </a:r>
          </a:p>
          <a:p>
            <a:pPr lvl="1" rtl="0"/>
            <a:r>
              <a:rPr lang="el-GR" noProof="0"/>
              <a:t>Δεύτερου επιπέδου</a:t>
            </a:r>
          </a:p>
          <a:p>
            <a:pPr lvl="2" rtl="0"/>
            <a:r>
              <a:rPr lang="el-GR" noProof="0"/>
              <a:t>Τρίτου επιπέδου</a:t>
            </a:r>
          </a:p>
          <a:p>
            <a:pPr lvl="3" rtl="0"/>
            <a:r>
              <a:rPr lang="el-GR" noProof="0"/>
              <a:t>Τέταρτου επιπέδου</a:t>
            </a:r>
          </a:p>
          <a:p>
            <a:pPr lvl="4" rtl="0"/>
            <a:r>
              <a:rPr lang="el-GR" noProof="0"/>
              <a:t>Πέμπτου επιπέδου</a:t>
            </a:r>
            <a:endParaRPr lang="el-GR" noProof="0" dirty="0"/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l-GR" noProof="0"/>
              <a:t>Επεξεργασία στυλ υποδείγματος κειμένου</a:t>
            </a:r>
          </a:p>
        </p:txBody>
      </p:sp>
      <p:sp>
        <p:nvSpPr>
          <p:cNvPr id="6" name="Θέση περιεχομένου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 rtlCol="0"/>
          <a:lstStyle/>
          <a:p>
            <a:pPr lvl="0" rtl="0"/>
            <a:r>
              <a:rPr lang="el-GR" noProof="0"/>
              <a:t>Επεξεργασία στυλ υποδείγματος κειμένου</a:t>
            </a:r>
          </a:p>
          <a:p>
            <a:pPr lvl="1" rtl="0"/>
            <a:r>
              <a:rPr lang="el-GR" noProof="0"/>
              <a:t>Δεύτερου επιπέδου</a:t>
            </a:r>
          </a:p>
          <a:p>
            <a:pPr lvl="2" rtl="0"/>
            <a:r>
              <a:rPr lang="el-GR" noProof="0"/>
              <a:t>Τρίτου επιπέδου</a:t>
            </a:r>
          </a:p>
          <a:p>
            <a:pPr lvl="3" rtl="0"/>
            <a:r>
              <a:rPr lang="el-GR" noProof="0"/>
              <a:t>Τέταρτου επιπέδου</a:t>
            </a:r>
          </a:p>
          <a:p>
            <a:pPr lvl="4" rtl="0"/>
            <a:r>
              <a:rPr lang="el-GR" noProof="0"/>
              <a:t>Πέμπτου επιπέδου</a:t>
            </a:r>
            <a:endParaRPr lang="el-GR" noProof="0" dirty="0"/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6412F62-D18F-463A-9A7E-E4809AAD76E4}" type="datetime1">
              <a:rPr lang="el-GR" noProof="0" smtClean="0"/>
              <a:t>27/3/2026</a:t>
            </a:fld>
            <a:endParaRPr lang="el-GR" noProof="0" dirty="0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 dirty="0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l-GR" noProof="0" smtClean="0"/>
              <a:t>‹#›</a:t>
            </a:fld>
            <a:endParaRPr lang="el-GR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l-GR" noProof="0"/>
              <a:t>Κάντε κλικ για να επεξεργαστείτε τον τίτλο υποδείγματος</a:t>
            </a:r>
            <a:endParaRPr lang="el-GR" noProof="0" dirty="0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009D47-CF8A-48CB-81B8-5988DBFADA28}" type="datetime1">
              <a:rPr lang="el-GR" noProof="0" smtClean="0"/>
              <a:t>27/3/2026</a:t>
            </a:fld>
            <a:endParaRPr lang="el-GR" noProof="0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 dirty="0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l-GR" noProof="0" smtClean="0"/>
              <a:t>‹#›</a:t>
            </a:fld>
            <a:endParaRPr lang="el-GR" noProof="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9B075A6-4B0E-489A-92E5-C2C81D969D11}" type="datetime1">
              <a:rPr lang="el-GR" noProof="0" smtClean="0"/>
              <a:t>27/3/2026</a:t>
            </a:fld>
            <a:endParaRPr lang="el-GR" noProof="0" dirty="0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l-GR" noProof="0" smtClean="0"/>
              <a:t>‹#›</a:t>
            </a:fld>
            <a:endParaRPr lang="el-GR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Τίτλος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 rtl="0"/>
            <a:r>
              <a:rPr lang="el-GR" noProof="0"/>
              <a:t>Κάντε κλικ για να επεξεργαστείτε τον τίτλο υποδείγματος</a:t>
            </a:r>
            <a:endParaRPr lang="el-GR" noProof="0" dirty="0"/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el-GR" noProof="0"/>
              <a:t>Επεξεργασία στυλ υποδείγματος κειμένου</a:t>
            </a:r>
          </a:p>
          <a:p>
            <a:pPr lvl="1" rtl="0"/>
            <a:r>
              <a:rPr lang="el-GR" noProof="0"/>
              <a:t>Δεύτερου επιπέδου</a:t>
            </a:r>
          </a:p>
          <a:p>
            <a:pPr lvl="2" rtl="0"/>
            <a:r>
              <a:rPr lang="el-GR" noProof="0"/>
              <a:t>Τρίτου επιπέδου</a:t>
            </a:r>
          </a:p>
          <a:p>
            <a:pPr lvl="3" rtl="0"/>
            <a:r>
              <a:rPr lang="el-GR" noProof="0"/>
              <a:t>Τέταρτου επιπέδου</a:t>
            </a:r>
          </a:p>
          <a:p>
            <a:pPr lvl="4" rtl="0"/>
            <a:r>
              <a:rPr lang="el-GR" noProof="0"/>
              <a:t>Πέμπτου επιπέδου</a:t>
            </a:r>
            <a:endParaRPr lang="el-GR" noProof="0" dirty="0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l-GR" noProof="0"/>
              <a:t>Επεξεργασία 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C290451-C354-46E0-BBD8-0317D7A1384C}" type="datetime1">
              <a:rPr lang="el-GR" noProof="0" smtClean="0"/>
              <a:t>27/3/2026</a:t>
            </a:fld>
            <a:endParaRPr lang="el-GR" noProof="0" dirty="0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 dirty="0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l-GR" noProof="0" smtClean="0"/>
              <a:t>‹#›</a:t>
            </a:fld>
            <a:endParaRPr lang="el-GR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el-GR" noProof="0"/>
              <a:t>Κάντε κλικ για να επεξεργαστείτε τον τίτλο υποδείγματος</a:t>
            </a:r>
            <a:endParaRPr lang="el-GR" noProof="0" dirty="0"/>
          </a:p>
        </p:txBody>
      </p:sp>
      <p:sp>
        <p:nvSpPr>
          <p:cNvPr id="3" name="Θέση εικόνας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l-GR" noProof="0"/>
              <a:t>Κάντε κλικ στο εικονίδιο για να προσθέσετε εικόνα</a:t>
            </a:r>
            <a:endParaRPr lang="el-GR" noProof="0" dirty="0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l-GR" noProof="0"/>
              <a:t>Επεξεργασία 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5DAA40D-D363-46A0-9276-B6A4797DC9A5}" type="datetime1">
              <a:rPr lang="el-GR" noProof="0" smtClean="0"/>
              <a:t>27/3/2026</a:t>
            </a:fld>
            <a:endParaRPr lang="el-GR" noProof="0" dirty="0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 dirty="0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67E5644-1E61-4311-A31E-84CB9C7AA8A9}" type="slidenum">
              <a:rPr lang="el-GR" noProof="0" smtClean="0"/>
              <a:t>‹#›</a:t>
            </a:fld>
            <a:endParaRPr lang="el-GR" noProof="0" dirty="0"/>
          </a:p>
        </p:txBody>
      </p:sp>
      <p:cxnSp>
        <p:nvCxnSpPr>
          <p:cNvPr id="8" name="Ευθεία γραμμή σύνδεσης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l-GR" noProof="0"/>
              <a:t>Κάντε κλικ για να επεξεργαστείτε τον τίτλο υποδείγματος</a:t>
            </a:r>
            <a:endParaRPr lang="el-GR" noProof="0" dirty="0"/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l-GR" noProof="0"/>
              <a:t>Επεξεργασία στυλ υποδείγματος κειμένου</a:t>
            </a:r>
          </a:p>
          <a:p>
            <a:pPr lvl="1" rtl="0"/>
            <a:r>
              <a:rPr lang="el-GR" noProof="0"/>
              <a:t>Δεύτερου επιπέδου</a:t>
            </a:r>
          </a:p>
          <a:p>
            <a:pPr lvl="2" rtl="0"/>
            <a:r>
              <a:rPr lang="el-GR" noProof="0"/>
              <a:t>Τρίτου επιπέδου</a:t>
            </a:r>
          </a:p>
          <a:p>
            <a:pPr lvl="3" rtl="0"/>
            <a:r>
              <a:rPr lang="el-GR" noProof="0"/>
              <a:t>Τέταρτου επιπέδου</a:t>
            </a:r>
          </a:p>
          <a:p>
            <a:pPr lvl="4" rtl="0"/>
            <a:r>
              <a:rPr lang="el-GR" noProof="0"/>
              <a:t>Πέμπτου επιπέδου</a:t>
            </a:r>
            <a:endParaRPr lang="el-GR" noProof="0" dirty="0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9C97E28-F60A-427B-851A-BCC048F06BC7}" type="datetime1">
              <a:rPr lang="el-GR" noProof="0" smtClean="0"/>
              <a:t>27/3/2026</a:t>
            </a:fld>
            <a:endParaRPr lang="el-GR" noProof="0" dirty="0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 dirty="0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l-GR" noProof="0" smtClean="0"/>
              <a:t>‹#›</a:t>
            </a:fld>
            <a:endParaRPr lang="el-GR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 rtlCol="0"/>
          <a:lstStyle/>
          <a:p>
            <a:pPr rtl="0"/>
            <a:r>
              <a:rPr lang="el-GR" noProof="0"/>
              <a:t>Κάντε κλικ για να επεξεργαστείτε τον τίτλο υποδείγματος</a:t>
            </a:r>
            <a:endParaRPr lang="el-GR" noProof="0" dirty="0"/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 rtlCol="0"/>
          <a:lstStyle/>
          <a:p>
            <a:pPr lvl="0" rtl="0"/>
            <a:r>
              <a:rPr lang="el-GR" noProof="0"/>
              <a:t>Επεξεργασία στυλ υποδείγματος κειμένου</a:t>
            </a:r>
          </a:p>
          <a:p>
            <a:pPr lvl="1" rtl="0"/>
            <a:r>
              <a:rPr lang="el-GR" noProof="0"/>
              <a:t>Δεύτερου επιπέδου</a:t>
            </a:r>
          </a:p>
          <a:p>
            <a:pPr lvl="2" rtl="0"/>
            <a:r>
              <a:rPr lang="el-GR" noProof="0"/>
              <a:t>Τρίτου επιπέδου</a:t>
            </a:r>
          </a:p>
          <a:p>
            <a:pPr lvl="3" rtl="0"/>
            <a:r>
              <a:rPr lang="el-GR" noProof="0"/>
              <a:t>Τέταρτου επιπέδου</a:t>
            </a:r>
          </a:p>
          <a:p>
            <a:pPr lvl="4" rtl="0"/>
            <a:r>
              <a:rPr lang="el-GR" noProof="0"/>
              <a:t>Πέμπτου επιπέδου</a:t>
            </a:r>
            <a:endParaRPr lang="el-GR" noProof="0" dirty="0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A33EDB-81C3-4DAA-87EA-DA21D6A7FC6C}" type="datetime1">
              <a:rPr lang="el-GR" noProof="0" smtClean="0"/>
              <a:t>27/3/2026</a:t>
            </a:fld>
            <a:endParaRPr lang="el-GR" noProof="0" dirty="0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 dirty="0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l-GR" noProof="0" smtClean="0"/>
              <a:t>‹#›</a:t>
            </a:fld>
            <a:endParaRPr lang="el-GR" noProof="0" dirty="0"/>
          </a:p>
        </p:txBody>
      </p:sp>
      <p:cxnSp>
        <p:nvCxnSpPr>
          <p:cNvPr id="7" name="Ευθεία γραμμή σύνδεσης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l-GR" noProof="0" dirty="0"/>
              <a:t>Κάντε κλικ για να επεξεργαστείτε το 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el-GR" noProof="0" dirty="0"/>
              <a:t>Κάντε κλικ για επεξεργασία των στυλ κειμένου του υποδείγματος</a:t>
            </a:r>
          </a:p>
          <a:p>
            <a:pPr lvl="1" rtl="0"/>
            <a:r>
              <a:rPr lang="el-GR" noProof="0" dirty="0"/>
              <a:t>Δεύτερου επιπέδου</a:t>
            </a:r>
          </a:p>
          <a:p>
            <a:pPr lvl="2" rtl="0"/>
            <a:r>
              <a:rPr lang="el-GR" noProof="0" dirty="0"/>
              <a:t>Τρίτου επιπέδου</a:t>
            </a:r>
          </a:p>
          <a:p>
            <a:pPr lvl="3" rtl="0"/>
            <a:r>
              <a:rPr lang="el-GR" noProof="0" dirty="0"/>
              <a:t>Τέταρτου επιπέδου</a:t>
            </a:r>
          </a:p>
          <a:p>
            <a:pPr lvl="4" rtl="0"/>
            <a:r>
              <a:rPr lang="el-GR" noProof="0" dirty="0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F98FDC76-A1F5-4EE8-BDE3-5EFC56AAE7AD}" type="datetime1">
              <a:rPr lang="el-GR" noProof="0" smtClean="0"/>
              <a:t>27/3/2026</a:t>
            </a:fld>
            <a:endParaRPr lang="el-GR" noProof="0" dirty="0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l-GR" noProof="0" dirty="0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4FAB73BC-B049-4115-A692-8D63A059BFB8}" type="slidenum">
              <a:rPr lang="el-GR" noProof="0" smtClean="0"/>
              <a:pPr/>
              <a:t>‹#›</a:t>
            </a:fld>
            <a:endParaRPr lang="el-GR" noProof="0" dirty="0"/>
          </a:p>
        </p:txBody>
      </p:sp>
      <p:cxnSp>
        <p:nvCxnSpPr>
          <p:cNvPr id="7" name="Ευθεία γραμμή σύνδεσης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Ορθογώνιο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l-GR" dirty="0">
              <a:latin typeface="Calibri" panose="020F0502020204030204" pitchFamily="34" charset="0"/>
            </a:endParaRPr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Ορθογώνιο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l-GR" dirty="0">
              <a:latin typeface="Calibri" panose="020F0502020204030204" pitchFamily="34" charset="0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rtlCol="0" anchor="b">
            <a:normAutofit/>
          </a:bodyPr>
          <a:lstStyle/>
          <a:p>
            <a:pPr algn="just"/>
            <a:r>
              <a:rPr lang="el-GR" sz="4000" b="1" dirty="0">
                <a:solidFill>
                  <a:srgbClr val="FFFFFF"/>
                </a:solidFill>
              </a:rPr>
              <a:t>ΠΡΟΒΛΕΨΗ ΧΡΗΣΗΣ ΠΟΡΩΝ ΣΤΟ </a:t>
            </a:r>
            <a:r>
              <a:rPr lang="en-US" sz="4000" b="1" dirty="0">
                <a:solidFill>
                  <a:srgbClr val="FFFFFF"/>
                </a:solidFill>
              </a:rPr>
              <a:t>ALIBABA CLUSTER SET</a:t>
            </a:r>
            <a:endParaRPr lang="el-GR" sz="4000" b="1" dirty="0">
              <a:solidFill>
                <a:srgbClr val="FFFFFF"/>
              </a:solidFill>
            </a:endParaRP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501650" cy="514816"/>
          </a:xfrm>
        </p:spPr>
        <p:txBody>
          <a:bodyPr rtlCol="0" anchor="t">
            <a:normAutofit fontScale="85000" lnSpcReduction="20000"/>
          </a:bodyPr>
          <a:lstStyle/>
          <a:p>
            <a:pPr rtl="0"/>
            <a:r>
              <a:rPr lang="el-GR" dirty="0">
                <a:solidFill>
                  <a:srgbClr val="FFFFFF"/>
                </a:solidFill>
              </a:rPr>
              <a:t>Έλενα Βίτσιου,1100502</a:t>
            </a:r>
          </a:p>
          <a:p>
            <a:pPr rtl="0"/>
            <a:r>
              <a:rPr lang="el-GR" dirty="0">
                <a:solidFill>
                  <a:srgbClr val="FFFFFF"/>
                </a:solidFill>
              </a:rPr>
              <a:t>Γεωργία Μυλωνά,1104783</a:t>
            </a:r>
          </a:p>
        </p:txBody>
      </p:sp>
      <p:cxnSp>
        <p:nvCxnSpPr>
          <p:cNvPr id="23" name="Ευθεία γραμμή σύνδεσης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>
            <a:normAutofit/>
          </a:bodyPr>
          <a:lstStyle/>
          <a:p>
            <a:r>
              <a:rPr lang="el-GR" dirty="0"/>
              <a:t>Στόχος Εργασίας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A8B687F0-5495-459D-A6BB-5B2D80A95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01741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C475809-3183-44E6-BD92-8173E857E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Δεδομένα</a:t>
            </a:r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id="{44A640C9-B839-4B46-B4A1-EE4DDE9A08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2067" y="3989832"/>
            <a:ext cx="5462323" cy="1226111"/>
          </a:xfrm>
          <a:prstGeom prst="rect">
            <a:avLst/>
          </a:prstGeom>
        </p:spPr>
      </p:pic>
      <p:pic>
        <p:nvPicPr>
          <p:cNvPr id="6" name="Εικόνα 5">
            <a:extLst>
              <a:ext uri="{FF2B5EF4-FFF2-40B4-BE49-F238E27FC236}">
                <a16:creationId xmlns:a16="http://schemas.microsoft.com/office/drawing/2014/main" id="{68A2FBFC-2F6B-4DE8-A259-217535BBB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89" y="1921934"/>
            <a:ext cx="4943475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926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6CC14BE-34A1-4F1C-97BF-ACAE7214F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 err="1"/>
              <a:t>Προεπεξεργασία</a:t>
            </a:r>
            <a:endParaRPr lang="el-GR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BAB85AA-ADCA-4ECF-A858-170C326FB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/>
              <a:t>Αφαίρεση </a:t>
            </a:r>
            <a:r>
              <a:rPr lang="en-US" dirty="0"/>
              <a:t>duplicates</a:t>
            </a:r>
          </a:p>
          <a:p>
            <a:r>
              <a:rPr lang="en-US" dirty="0"/>
              <a:t>missing values</a:t>
            </a:r>
          </a:p>
          <a:p>
            <a:r>
              <a:rPr lang="en-US" dirty="0"/>
              <a:t> </a:t>
            </a:r>
            <a:r>
              <a:rPr lang="el-GR" dirty="0"/>
              <a:t>Αφαίρεση </a:t>
            </a:r>
            <a:r>
              <a:rPr lang="en-US" dirty="0"/>
              <a:t>outliers (IQR)</a:t>
            </a:r>
          </a:p>
          <a:p>
            <a:r>
              <a:rPr lang="en-US" dirty="0"/>
              <a:t> </a:t>
            </a:r>
            <a:r>
              <a:rPr lang="el-GR" dirty="0" err="1"/>
              <a:t>Κανονικοποίηση</a:t>
            </a:r>
            <a:r>
              <a:rPr lang="el-GR" dirty="0"/>
              <a:t> [0,1]</a:t>
            </a:r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890351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8923C52-A216-4F3C-93C2-54C7753EA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BE12BDC-C1D5-49BE-ACFF-00E2E3AB1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 err="1"/>
              <a:t>Οπτικοποίηση</a:t>
            </a:r>
            <a:r>
              <a:rPr lang="en-US" dirty="0"/>
              <a:t>,</a:t>
            </a:r>
            <a:r>
              <a:rPr lang="el-GR" dirty="0"/>
              <a:t> Αποσύνθεση </a:t>
            </a:r>
            <a:r>
              <a:rPr lang="el-GR" dirty="0" err="1"/>
              <a:t>Χρονοσειράς</a:t>
            </a:r>
            <a:r>
              <a:rPr lang="en-US" dirty="0"/>
              <a:t>,  Trend</a:t>
            </a:r>
          </a:p>
          <a:p>
            <a:r>
              <a:rPr lang="en-US" dirty="0"/>
              <a:t> Seasonality</a:t>
            </a:r>
          </a:p>
          <a:p>
            <a:r>
              <a:rPr lang="en-US" dirty="0"/>
              <a:t> Residual</a:t>
            </a:r>
          </a:p>
          <a:p>
            <a:r>
              <a:rPr lang="en-US" dirty="0"/>
              <a:t> </a:t>
            </a:r>
            <a:r>
              <a:rPr lang="el-GR" dirty="0"/>
              <a:t>Κατανόηση δομής δεδομένων</a:t>
            </a:r>
            <a:endParaRPr lang="en-US" dirty="0"/>
          </a:p>
          <a:p>
            <a:endParaRPr lang="en-US" dirty="0"/>
          </a:p>
          <a:p>
            <a:r>
              <a:rPr lang="en-US" dirty="0"/>
              <a:t>+</a:t>
            </a:r>
            <a:r>
              <a:rPr lang="el-GR" dirty="0"/>
              <a:t>Στατιστικά</a:t>
            </a:r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5514925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Ολοκλήρωμα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5159_TF22378848.potx" id="{51E92035-72BC-4B07-89CE-59A925E51368}" vid="{AC9007D9-22C0-4E44-B232-42ADFD1A740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8A2F88-55C5-4ED1-9541-807C65424763}">
  <ds:schemaRefs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71af3243-3dd4-4a8d-8c0d-dd76da1f02a5"/>
    <ds:schemaRef ds:uri="16c05727-aa75-4e4a-9b5f-8a80a1165891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Ολοκληρωμένος σχεδιασμός</Template>
  <TotalTime>0</TotalTime>
  <Words>52</Words>
  <Application>Microsoft Office PowerPoint</Application>
  <PresentationFormat>Ευρεία οθόνη</PresentationFormat>
  <Paragraphs>18</Paragraphs>
  <Slides>5</Slides>
  <Notes>2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4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5</vt:i4>
      </vt:variant>
    </vt:vector>
  </HeadingPairs>
  <TitlesOfParts>
    <vt:vector size="10" baseType="lpstr">
      <vt:lpstr>Arial</vt:lpstr>
      <vt:lpstr>Calibri</vt:lpstr>
      <vt:lpstr>Tw Cen MT</vt:lpstr>
      <vt:lpstr>Wingdings 3</vt:lpstr>
      <vt:lpstr>Ολοκλήρωμα</vt:lpstr>
      <vt:lpstr>ΠΡΟΒΛΕΨΗ ΧΡΗΣΗΣ ΠΟΡΩΝ ΣΤΟ ALIBABA CLUSTER SET</vt:lpstr>
      <vt:lpstr>Στόχος Εργασίας</vt:lpstr>
      <vt:lpstr>Δεδομένα</vt:lpstr>
      <vt:lpstr>Προεπεξεργασία</vt:lpstr>
      <vt:lpstr>Παρουσίαση του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2026-03-27T16:25:58Z</dcterms:created>
  <dcterms:modified xsi:type="dcterms:W3CDTF">2026-03-27T16:34:21Z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