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7" r:id="rId6"/>
    <p:sldId id="278" r:id="rId7"/>
    <p:sldId id="279" r:id="rId8"/>
    <p:sldId id="280" r:id="rId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27/3/2026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just"/>
            <a:r>
              <a:rPr lang="el-GR" sz="4000" b="1" dirty="0">
                <a:solidFill>
                  <a:srgbClr val="FFFFFF"/>
                </a:solidFill>
              </a:rPr>
              <a:t>ΠΡΟΒΛΕΨΗ ΧΡΗΣΗΣ ΠΟΡΩΝ ΣΤΟ </a:t>
            </a:r>
            <a:r>
              <a:rPr lang="en-US" sz="4000" b="1" dirty="0">
                <a:solidFill>
                  <a:srgbClr val="FFFFFF"/>
                </a:solidFill>
              </a:rPr>
              <a:t>ALIBABA CLUSTER SET</a:t>
            </a:r>
            <a:endParaRPr lang="el-GR" sz="4000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l-GR" dirty="0">
                <a:solidFill>
                  <a:srgbClr val="FFFFFF"/>
                </a:solidFill>
              </a:rPr>
              <a:t>Έλενα Βίτσιου,1100502</a:t>
            </a:r>
          </a:p>
          <a:p>
            <a:pPr rtl="0"/>
            <a:r>
              <a:rPr lang="el-GR" dirty="0">
                <a:solidFill>
                  <a:srgbClr val="FFFFFF"/>
                </a:solidFill>
              </a:rPr>
              <a:t>Γεωργία Μυλωνά,1104783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dirty="0"/>
              <a:t>Στόχος Εργασίας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8B687F0-5495-459D-A6BB-5B2D80A95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working with arrays</a:t>
            </a:r>
          </a:p>
          <a:p>
            <a:r>
              <a:rPr lang="en-US" dirty="0"/>
              <a:t>Pandas for working with relational or labeled data</a:t>
            </a:r>
          </a:p>
          <a:p>
            <a:r>
              <a:rPr lang="en-US" dirty="0"/>
              <a:t>Matplotlib for data visualization</a:t>
            </a:r>
          </a:p>
          <a:p>
            <a:r>
              <a:rPr lang="en-US" dirty="0"/>
              <a:t>Seaborn for data visualization</a:t>
            </a:r>
          </a:p>
          <a:p>
            <a:r>
              <a:rPr lang="en-US" dirty="0" err="1"/>
              <a:t>DateTime</a:t>
            </a:r>
            <a:r>
              <a:rPr lang="en-US" dirty="0"/>
              <a:t> to work with data and time</a:t>
            </a:r>
          </a:p>
          <a:p>
            <a:r>
              <a:rPr lang="en-US" dirty="0" err="1"/>
              <a:t>MinMaxScaler</a:t>
            </a:r>
            <a:r>
              <a:rPr lang="en-US" dirty="0"/>
              <a:t> for normalization</a:t>
            </a:r>
          </a:p>
          <a:p>
            <a:r>
              <a:rPr lang="en-US" dirty="0" err="1"/>
              <a:t>PyTorch</a:t>
            </a:r>
            <a:r>
              <a:rPr lang="en-US"/>
              <a:t> to build the neural network for training 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C475809-3183-44E6-BD92-8173E857E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Δεδομένα</a:t>
            </a:r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44A640C9-B839-4B46-B4A1-EE4DDE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2067" y="3989832"/>
            <a:ext cx="5462323" cy="1226111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68A2FBFC-2F6B-4DE8-A259-217535BBB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" y="1921934"/>
            <a:ext cx="4943475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926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CC14BE-34A1-4F1C-97BF-ACAE7214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Προεπεξεργασία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AB85AA-ADCA-4ECF-A858-170C326FB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Αφαίρεση </a:t>
            </a:r>
            <a:r>
              <a:rPr lang="en-US" dirty="0"/>
              <a:t>duplicates</a:t>
            </a:r>
          </a:p>
          <a:p>
            <a:r>
              <a:rPr lang="en-US" dirty="0"/>
              <a:t>missing values</a:t>
            </a:r>
          </a:p>
          <a:p>
            <a:r>
              <a:rPr lang="en-US" dirty="0"/>
              <a:t> </a:t>
            </a:r>
            <a:r>
              <a:rPr lang="el-GR" dirty="0"/>
              <a:t>Αφαίρεση </a:t>
            </a:r>
            <a:r>
              <a:rPr lang="en-US" dirty="0"/>
              <a:t>outliers (IQR)</a:t>
            </a:r>
          </a:p>
          <a:p>
            <a:r>
              <a:rPr lang="en-US" dirty="0"/>
              <a:t> </a:t>
            </a:r>
            <a:r>
              <a:rPr lang="el-GR" dirty="0" err="1"/>
              <a:t>Κανονικοποίηση</a:t>
            </a:r>
            <a:r>
              <a:rPr lang="el-GR" dirty="0"/>
              <a:t> [0,1]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035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8923C52-A216-4F3C-93C2-54C7753E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BE12BDC-C1D5-49BE-ACFF-00E2E3AB1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err="1"/>
              <a:t>Οπτικοποίηση</a:t>
            </a:r>
            <a:r>
              <a:rPr lang="en-US" dirty="0"/>
              <a:t>,</a:t>
            </a:r>
            <a:r>
              <a:rPr lang="el-GR" dirty="0"/>
              <a:t> Αποσύνθεση </a:t>
            </a:r>
            <a:r>
              <a:rPr lang="el-GR" dirty="0" err="1"/>
              <a:t>Χρονοσειράς</a:t>
            </a:r>
            <a:r>
              <a:rPr lang="en-US" dirty="0"/>
              <a:t>,  Trend</a:t>
            </a:r>
          </a:p>
          <a:p>
            <a:r>
              <a:rPr lang="en-US" dirty="0"/>
              <a:t> Seasonality</a:t>
            </a:r>
          </a:p>
          <a:p>
            <a:r>
              <a:rPr lang="en-US" dirty="0"/>
              <a:t> Residual</a:t>
            </a:r>
          </a:p>
          <a:p>
            <a:r>
              <a:rPr lang="en-US" dirty="0"/>
              <a:t> </a:t>
            </a:r>
            <a:r>
              <a:rPr lang="el-GR" dirty="0"/>
              <a:t>Κατανόηση δομής δεδομένων</a:t>
            </a:r>
            <a:endParaRPr lang="en-US" dirty="0"/>
          </a:p>
          <a:p>
            <a:endParaRPr lang="en-US" dirty="0"/>
          </a:p>
          <a:p>
            <a:r>
              <a:rPr lang="en-US" dirty="0"/>
              <a:t>+</a:t>
            </a:r>
            <a:r>
              <a:rPr lang="el-GR" dirty="0"/>
              <a:t>Στατιστικά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5514925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71af3243-3dd4-4a8d-8c0d-dd76da1f02a5"/>
    <ds:schemaRef ds:uri="16c05727-aa75-4e4a-9b5f-8a80a1165891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0</TotalTime>
  <Words>91</Words>
  <Application>Microsoft Office PowerPoint</Application>
  <PresentationFormat>Ευρεία οθόνη</PresentationFormat>
  <Paragraphs>25</Paragraphs>
  <Slides>5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5</vt:i4>
      </vt:variant>
    </vt:vector>
  </HeadingPairs>
  <TitlesOfParts>
    <vt:vector size="10" baseType="lpstr">
      <vt:lpstr>Arial</vt:lpstr>
      <vt:lpstr>Calibri</vt:lpstr>
      <vt:lpstr>Tw Cen MT</vt:lpstr>
      <vt:lpstr>Wingdings 3</vt:lpstr>
      <vt:lpstr>Ολοκλήρωμα</vt:lpstr>
      <vt:lpstr>ΠΡΟΒΛΕΨΗ ΧΡΗΣΗΣ ΠΟΡΩΝ ΣΤΟ ALIBABA CLUSTER SET</vt:lpstr>
      <vt:lpstr>Στόχος Εργασίας</vt:lpstr>
      <vt:lpstr>Δεδομένα</vt:lpstr>
      <vt:lpstr>Προεπεξεργασία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2026-03-27T16:25:58Z</dcterms:created>
  <dcterms:modified xsi:type="dcterms:W3CDTF">2026-03-27T16:52:09Z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